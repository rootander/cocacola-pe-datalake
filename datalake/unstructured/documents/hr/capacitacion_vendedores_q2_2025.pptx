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Capacitación de Vendedores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Buenas prácticas comerciales y uso de indicadores.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